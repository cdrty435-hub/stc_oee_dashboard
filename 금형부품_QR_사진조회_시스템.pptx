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금형부품 예비품 보관함에 QR을 붙여 부품 사진·재고를 폰으로 바로 확인하는 시스템을 제안드립니다. 오른쪽은 실제로 칸에 붙일 라벨 모양입니다.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현장에서 자주 겪는 네 가지 문제입니다. 실제 발생 사례(오출고 건수, 찾는 시간 등)가 있으면 이 슬라이드에 추가하면 설득력이 높아집니다.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QR에 사진이 아니라 칸 번호가 담긴 주소를 넣는 것입니다. 그래서 칸 안의 부품이 바뀌어도 라벨은 그대로 쓰고, 시트만 수정합니다.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구성은 네 가지뿐입니다. 현장 폰, 조회 화면을 만드는 Apps Script 웹앱, 데이터를 담는 구글시트, 사진을 담는 드라이브입니다. 이미 사용 중인 구글 계정으로 운영하므로 추가 소프트웨어 비용이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칸 번호는 보관대 문자, 단, 칸 번호 세 부분으로 정합니다. 번호 체계는 현장 보관대 구조에 맞춰 조정할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왼쪽은 칸 QR을 찍었을 때의 조회 화면, 오른쪽은 현장에서 사진을 올리는 화면입니다. 폰 사진은 자동으로 줄여서 저장하므로 드라이브 용량 부담이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작업자는 스캔, 확인, 출고, 기록 네 단계입니다. 재고 수량은 현재 버전에서 시트에서 수정합니다. 필요하면 화면에서 출고 수량을 입력하는 기능을 추가할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가지 기능입니다. 모두 구현이 완료되어 있고, 시트만 준비하면 바로 쓸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효과 수치는 아직 추정하지 않았습니다. 시범 운영 전후로 오출고 건수와 찾는 시간을 기록해 보고드리겠습니다.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비용 칸의 금액과 인·일은 견적 후 채워 넣으시면 됩니다. 소프트웨어 비용은 들지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기간은 부품 수량을 파악한 뒤 채워 넣습니다. 1단계에서 문제점을 보완한 후 전체로 확대합니다.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시스템 코드는 준비되어 있어 승인 후 라벨만 뽑으면 바로 시범 운영을 시작할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0A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STC 공무팀 · 설비관리 개선 제안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132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금형부품 보관함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 사진조회 시스템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BD2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칸마다 QR을 붙여, 스캔 한 번으로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BD2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사진과 재고를 확인합니다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10월  |  공무팀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0" y="1097280"/>
            <a:ext cx="3200400" cy="44805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228600" dist="762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0" y="12984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STC · 금형부품 칸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1645920"/>
            <a:ext cx="2377440" cy="237744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0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A-2-03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보관대 2단 3번 칸 · 코어핀류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5074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스캔하여 부품 사진 보기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5760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실제 부착 라벨 예시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4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현황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금형부품 예비품 관리의 어려움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03120"/>
            <a:ext cx="822960" cy="82296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370" y="23170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11680" y="2103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부품의 혼동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2011680" y="26060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지름·길이만 다른 코어핀, 이젝터핀, 인서트가 많아 잘못 꺼내기 쉽습니다.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2103120"/>
            <a:ext cx="822960" cy="82296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650" y="231709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2103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 위치 파악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7680960" y="26060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부품이 어느 칸에 있는지 담당자에게 묻거나 직접 찾아야 합니다.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4343400"/>
            <a:ext cx="822960" cy="82296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70" y="455737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011680" y="4343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상태 기록 부재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2011680" y="48463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마모·파손 모습이 사진으로 남지 않아 교체 판단의 근거가 약합니다.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17920" y="393192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0" y="4343400"/>
            <a:ext cx="822960" cy="82296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7650" y="455737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80960" y="43434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부족 인지 지연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7680960" y="484632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예비품이 떨어진 것을 정작 필요할 때가 되어서야 알게 됩니다.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STC 공무팀 · 금형부품 QR 사진조회 시스템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4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해결 방안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칸마다 QR 한 장, 스캔 한 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91640" y="2103120"/>
            <a:ext cx="1005840" cy="100584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3158" y="2364638"/>
            <a:ext cx="482803" cy="482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칸에 QR 부착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840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보관대를 칸으로 나누고 칸마다 번호와 QR 라벨을 붙입니다.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977640" y="3108960"/>
            <a:ext cx="457200" cy="365760"/>
          </a:xfrm>
          <a:prstGeom prst="rightArrow">
            <a:avLst/>
          </a:prstGeom>
          <a:solidFill>
            <a:srgbClr val="B8C0CC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34840" y="173736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2103120"/>
            <a:ext cx="1005840" cy="100584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358" y="2364638"/>
            <a:ext cx="482803" cy="482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70916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폰 카메라로 스캔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754880" y="3840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설치 없이 기본 카메라로 찍으면 바로 화면이 열립니다.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863840" y="3108960"/>
            <a:ext cx="457200" cy="365760"/>
          </a:xfrm>
          <a:prstGeom prst="rightArrow">
            <a:avLst/>
          </a:prstGeom>
          <a:solidFill>
            <a:srgbClr val="B8C0CC"/>
          </a:solidFill>
          <a:ln w="12700">
            <a:solidFill>
              <a:srgbClr val="B8C0C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173736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9DE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464040" y="2103120"/>
            <a:ext cx="1005840" cy="100584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5558" y="2364638"/>
            <a:ext cx="482803" cy="482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595360" y="3337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사진·재고 확인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641080" y="3840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칸에 든 부품의 사진, 적용 금형, 재고가 표시됩니다.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B2433"/>
          </a:solidFill>
          <a:ln w="12700">
            <a:solidFill>
              <a:srgbClr val="1B243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68680" y="51663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QR에는 칸 번호만 들어갑니다.  </a:t>
            </a:r>
            <a:pPr indent="0" marL="0">
              <a:buNone/>
            </a:pPr>
            <a:r>
              <a:rPr lang="en-US" sz="1600" dirty="0">
                <a:solidFill>
                  <a:srgbClr val="CBD2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부품이 바뀌거나 옮겨져도 시트만 고치면 되고, 라벨은 다시 뽑지 않습니다.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STC 공무팀 · 금형부품 QR 사진조회 시스템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4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시스템 구성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구글 계정 안에서 동작합니다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743200" cy="2468880"/>
          </a:xfrm>
          <a:prstGeom prst="roundRect">
            <a:avLst>
              <a:gd name="adj" fmla="val 370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5895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496312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스마트폰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24612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 스캔 → 조회 화면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촬영·업로드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(앱 설치 불필요)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2148840"/>
            <a:ext cx="3017520" cy="2468880"/>
          </a:xfrm>
          <a:prstGeom prst="roundRect">
            <a:avLst>
              <a:gd name="adj" fmla="val 3704"/>
            </a:avLst>
          </a:prstGeom>
          <a:solidFill>
            <a:srgbClr val="1B2433"/>
          </a:solidFill>
          <a:ln w="12700">
            <a:solidFill>
              <a:srgbClr val="1B24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2423160"/>
            <a:ext cx="640080" cy="64008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4141" y="25895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94960" y="24963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Apps Script 웹앱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324612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BD2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칸별 조회 화면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BD2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검색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BD2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 라벨 자동 생성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412480" y="1691640"/>
            <a:ext cx="3200400" cy="205740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0" y="19659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221" y="21323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464040" y="20391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구글시트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0" y="27889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BOX: 칸 번호·위치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PARTS: 부품·금형·재고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PHOTOS: 사진 기록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412480" y="3977640"/>
            <a:ext cx="3200400" cy="1600200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0" y="42519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3221" y="441838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464040" y="43251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 드라이브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파일 보관 폴더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(자동 축소 저장)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3383280" y="3383280"/>
            <a:ext cx="868680" cy="0"/>
          </a:xfrm>
          <a:prstGeom prst="line">
            <a:avLst/>
          </a:prstGeom>
          <a:noFill/>
          <a:ln w="25400">
            <a:solidFill>
              <a:srgbClr val="8A94A3"/>
            </a:solidFill>
            <a:prstDash val="solid"/>
            <a:headEnd type="triangle"/>
            <a:tailEnd type="triangle"/>
          </a:ln>
        </p:spPr>
      </p:sp>
      <p:sp>
        <p:nvSpPr>
          <p:cNvPr id="25" name="Shape 19"/>
          <p:cNvSpPr/>
          <p:nvPr/>
        </p:nvSpPr>
        <p:spPr>
          <a:xfrm flipV="1">
            <a:off x="7452360" y="3108960"/>
            <a:ext cx="868680" cy="-411480"/>
          </a:xfrm>
          <a:prstGeom prst="line">
            <a:avLst/>
          </a:prstGeom>
          <a:noFill/>
          <a:ln w="25400">
            <a:solidFill>
              <a:srgbClr val="8A94A3"/>
            </a:solidFill>
            <a:prstDash val="solid"/>
            <a:headEnd type="triangle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7452360" y="3657600"/>
            <a:ext cx="868680" cy="1097280"/>
          </a:xfrm>
          <a:prstGeom prst="line">
            <a:avLst/>
          </a:prstGeom>
          <a:noFill/>
          <a:ln w="25400">
            <a:solidFill>
              <a:srgbClr val="8A94A3"/>
            </a:solidFill>
            <a:prstDash val="solid"/>
            <a:headEnd type="triangle"/>
            <a:tailEnd type="triangle"/>
          </a:ln>
        </p:spPr>
      </p:sp>
      <p:sp>
        <p:nvSpPr>
          <p:cNvPr id="27" name="Shape 21"/>
          <p:cNvSpPr/>
          <p:nvPr/>
        </p:nvSpPr>
        <p:spPr>
          <a:xfrm>
            <a:off x="548640" y="571500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22960" y="57150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4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서버·유료 프로그램 없음  |  칸·부품·재고는 구글시트에서 입력·수정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4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칸 번호 규칙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보관대 · 단 · 칸 번호로 위치를 정합니다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371600" cy="1325880"/>
          </a:xfrm>
          <a:prstGeom prst="roundRect">
            <a:avLst>
              <a:gd name="adj" fmla="val 6897"/>
            </a:avLst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보관대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783080"/>
            <a:ext cx="365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8C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2286000" y="1783080"/>
            <a:ext cx="1371600" cy="1325880"/>
          </a:xfrm>
          <a:prstGeom prst="roundRect">
            <a:avLst>
              <a:gd name="adj" fmla="val 6897"/>
            </a:avLst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86000" y="1783080"/>
            <a:ext cx="1371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3200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1783080"/>
            <a:ext cx="365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8C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4023360" y="1783080"/>
            <a:ext cx="1737360" cy="1325880"/>
          </a:xfrm>
          <a:prstGeom prst="roundRect">
            <a:avLst>
              <a:gd name="adj" fmla="val 6897"/>
            </a:avLst>
          </a:prstGeom>
          <a:solidFill>
            <a:srgbClr val="1B2433"/>
          </a:solidFill>
          <a:ln w="12700">
            <a:solidFill>
              <a:srgbClr val="1B24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23360" y="1783080"/>
            <a:ext cx="17373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3200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 번호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8620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A-2-03 = A 보관대 2단 3번 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부품을 다른 칸으로 옮기면 시트의 칸 번호만 수정 (QR 재인쇄 불필요)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 하나에 여러 부품을 넣어도 모두 한 화면에 표시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라벨은 시트에 등록한 칸 목록으로 자동 생성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11112" y="1947672"/>
            <a:ext cx="4992624" cy="3246120"/>
          </a:xfrm>
          <a:prstGeom prst="rect">
            <a:avLst/>
          </a:prstGeom>
          <a:solidFill>
            <a:srgbClr val="E4E8EE"/>
          </a:solidFill>
          <a:ln w="12700">
            <a:solidFill>
              <a:srgbClr val="C3CA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11112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보관대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05740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20840" y="2057400"/>
            <a:ext cx="89611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AD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2377440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A-1-01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90104" y="2057400"/>
            <a:ext cx="89611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AD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90104" y="2377440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A-1-02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59368" y="2057400"/>
            <a:ext cx="89611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AD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59368" y="2377440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A-1-03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28632" y="2057400"/>
            <a:ext cx="89611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A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28632" y="2377440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A-1-04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597896" y="2057400"/>
            <a:ext cx="89611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AD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597896" y="2377440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A-1-05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3090672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720840" y="3090672"/>
            <a:ext cx="89611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AD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20840" y="3410712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A-2-01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90104" y="3090672"/>
            <a:ext cx="89611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AD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90104" y="3410712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A-2-02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659368" y="3090672"/>
            <a:ext cx="896112" cy="960120"/>
          </a:xfrm>
          <a:prstGeom prst="rect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56" y="3182112"/>
            <a:ext cx="402336" cy="402336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8659368" y="3657600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A-2-03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9628632" y="3090672"/>
            <a:ext cx="89611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AD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628632" y="3410712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A-2-04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0597896" y="3090672"/>
            <a:ext cx="89611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AD4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597896" y="3410712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A-2-05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6035040" y="4123944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6720840" y="4123944"/>
            <a:ext cx="89611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AD4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20840" y="4443984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A-3-01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690104" y="4123944"/>
            <a:ext cx="89611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AD4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690104" y="4443984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A-3-02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8659368" y="4123944"/>
            <a:ext cx="89611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AD4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659368" y="4443984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A-3-03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9628632" y="4123944"/>
            <a:ext cx="89611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AD4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28632" y="4443984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A-3-04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10597896" y="4123944"/>
            <a:ext cx="89611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AD4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10597896" y="4443984"/>
            <a:ext cx="896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A-3-05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611112" y="535838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 앞면, 폰을 대기 쉬운 높이에 라벨 부착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STC 공무팀 · 금형부품 QR 사진조회 시스템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4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화면 예시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QR을 스캔하면 이렇게 보입니다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45720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1907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 번호·위치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6654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칸인지 맨 위에 크게 표시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56946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부품명 한국어·태국어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1693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태국 작업자도 바로 읽을 수 있음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457200" cy="45720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41985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재고와 부족 경고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76732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최소수량 이하이면 빨간색 ⚠ 표시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457200" cy="45720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288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27024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사진·현장 사진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61772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모습과 마모 기록을 나란히 비교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138928"/>
            <a:ext cx="457200" cy="45720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51206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추가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4681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촬영 → 등록자·메모 입력 → 업로드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89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시연용 예시 데이터로 만든 화면입니다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18504" y="1481328"/>
            <a:ext cx="2298373" cy="4782312"/>
          </a:xfrm>
          <a:prstGeom prst="roundRect">
            <a:avLst>
              <a:gd name="adj" fmla="val 4774"/>
            </a:avLst>
          </a:prstGeom>
          <a:solidFill>
            <a:srgbClr val="1B2433"/>
          </a:solidFill>
          <a:ln w="12700">
            <a:solidFill>
              <a:srgbClr val="1B24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6" name="Image 0" descr="scr_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63624"/>
            <a:ext cx="2133781" cy="461772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309360" y="6263640"/>
            <a:ext cx="23166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 조회 화면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9015984" y="1481328"/>
            <a:ext cx="2298373" cy="4782312"/>
          </a:xfrm>
          <a:prstGeom prst="roundRect">
            <a:avLst>
              <a:gd name="adj" fmla="val 4774"/>
            </a:avLst>
          </a:prstGeom>
          <a:solidFill>
            <a:srgbClr val="1B2433"/>
          </a:solidFill>
          <a:ln w="12700">
            <a:solidFill>
              <a:srgbClr val="1B24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9" name="Image 1" descr="scr_up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563624"/>
            <a:ext cx="2133781" cy="461772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9006840" y="6263640"/>
            <a:ext cx="23166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추가 화면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4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현장 사용 순서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작업자는 네 단계만 기억하면 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2240280"/>
            <a:ext cx="8503920" cy="0"/>
          </a:xfrm>
          <a:prstGeom prst="line">
            <a:avLst/>
          </a:prstGeom>
          <a:noFill/>
          <a:ln w="381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83080"/>
            <a:ext cx="914400" cy="914400"/>
          </a:xfrm>
          <a:prstGeom prst="ellipse">
            <a:avLst/>
          </a:prstGeom>
          <a:solidFill>
            <a:srgbClr val="1B2433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스캔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칸의 QR을 폰 기본 카메라로 찍습니다.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566160" y="1783080"/>
            <a:ext cx="914400" cy="914400"/>
          </a:xfrm>
          <a:prstGeom prst="ellipse">
            <a:avLst/>
          </a:prstGeom>
          <a:solidFill>
            <a:srgbClr val="1B2433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사진과 비교해 맞는 부품인지 확인합니다.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1783080"/>
            <a:ext cx="914400" cy="914400"/>
          </a:xfrm>
          <a:prstGeom prst="ellipse">
            <a:avLst/>
          </a:prstGeom>
          <a:solidFill>
            <a:srgbClr val="1B2433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부품을 꺼내고 재고와 부족 경고를 봅니다.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235440" y="1783080"/>
            <a:ext cx="914400" cy="914400"/>
          </a:xfrm>
          <a:prstGeom prst="ellipse">
            <a:avLst/>
          </a:prstGeom>
          <a:solidFill>
            <a:srgbClr val="E07A2E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3544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34747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마모·파손이 보이면 바로 촬영해 메모와 함께 올립니다.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84632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50109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54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(공무팀)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4132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구글시트에 칸·부품·재고를 등록  →  라벨 인쇄 페이지에서 QR 출력·부착  →  재고 변동 시 시트 수량 수정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STC 공무팀 · 금형부품 QR 사진조회 시스템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4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주요 기능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조회에서 기록까지 한 화면에서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846320"/>
                <a:gridCol w="35661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효과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사진 조회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3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칸별 부품의 기준 사진·현장 사진 표시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3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모양이 비슷한 부품 구분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현장 촬영 업로드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3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폰으로 찍어 바로 등록 (자동 축소 저장)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3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마모·파손 이력 축적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재고 부족 경고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3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최소수량 이하이면 빨간색 표시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3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예비품 발주 시점 파악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부품 검색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3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부품번호·부품명·금형번호로 보관 칸 찾기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3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찾는 시간 단축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한국어·태국어 병기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3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부품명과 화면 문구를 두 언어로 표시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3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태국 작업자 바로 사용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QR 라벨 자동 인쇄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3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시트에 칸 등록 → 라벨 페이지에서 출력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4A53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제작 간편, 크기 선택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64592" marR="164592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STC 공무팀 · 금형부품 QR 사진조회 시스템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A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 기대 효과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찾고, 확인하고, 기록하는 일을 QR 한 장으로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26324A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03120"/>
            <a:ext cx="868680" cy="86868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817" y="2328977"/>
            <a:ext cx="416966" cy="4169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200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오출고 방지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0332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2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사진으로 비교하고 꺼내므로 비슷한 부품의 혼동이 줄어듭니다.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83280" y="17830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26324A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0" y="2103120"/>
            <a:ext cx="868680" cy="86868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457" y="232897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3200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찾는 시간 단축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370332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2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부품번호·금형번호로 검색하면 보관 칸이 바로 나옵니다.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217920" y="17830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26324A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92240" y="2103120"/>
            <a:ext cx="868680" cy="86868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097" y="232897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92240" y="3200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상태 이력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70332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2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마모·파손 사진이 날짜별로 쌓여 교체 판단의 근거가 됩니다.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9052560" y="178308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26324A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326880" y="2103120"/>
            <a:ext cx="868680" cy="86868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2737" y="232897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26880" y="32004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교육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9326880" y="370332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2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신규·태국 작업자도 사진과 태국어 이름으로 바로 익힙니다.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0A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효과는 시범 운영 기간에 출고 오류 건수와 부품 찾는 시간을 기록해 수치로 확인하겠습니다.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STC 공무팀 · 금형부품 QR 사진조회 시스템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4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 도입 조건과 비용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것은 칸, 라벨, 폰입니다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준비할 것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22576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156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보관대 칸 구성과 칸 번호 부여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99816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3063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QR 라벨 (코팅 또는 PET 라벨지 권장)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877056"/>
            <a:ext cx="329184" cy="32918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051560" y="3840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스마트폰과 Wi-Fi 또는 모바일 데이터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654296"/>
            <a:ext cx="329184" cy="32918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51560" y="4617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부품별 기준 사진 촬영 (초기 1회)</a:t>
            </a:r>
            <a:endParaRPr lang="en-US" sz="1600" dirty="0"/>
          </a:p>
        </p:txBody>
      </p:sp>
      <p:sp>
        <p:nvSpPr>
          <p:cNvPr id="13" name="Text 7"/>
          <p:cNvSpPr txBox="1"/>
          <p:nvPr/>
        </p:nvSpPr>
        <p:spPr>
          <a:xfrm>
            <a:off x="6309360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비용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240280"/>
          <a:ext cx="53035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661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소프트웨어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454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추가 비용 없음 (기존 구글 계정 사용)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라벨 소모품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3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   ] THB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초기 입력 인력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A536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    ] 인·일 (부품 등록·사진 촬영)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8"/>
          <p:cNvSpPr/>
          <p:nvPr/>
        </p:nvSpPr>
        <p:spPr>
          <a:xfrm>
            <a:off x="6309360" y="434340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16" name="Text 9"/>
          <p:cNvSpPr txBox="1"/>
          <p:nvPr/>
        </p:nvSpPr>
        <p:spPr>
          <a:xfrm>
            <a:off x="6583680" y="44988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454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유의 사항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6583680" y="4892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부품·도면 사진이 포함될 수 있으므로 조회 권한을 사내 계정으로 제한합니다. 신호가 약한 창고 구역은 사진 로딩이 느릴 수 있습니다.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STC 공무팀 · 금형부품 QR 사진조회 시스템</a:t>
            </a:r>
            <a:endParaRPr lang="en-US" sz="1000" dirty="0"/>
          </a:p>
        </p:txBody>
      </p:sp>
      <p:sp>
        <p:nvSpPr>
          <p:cNvPr id="19" name="Text 12"/>
          <p:cNvSpPr txBox="1"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4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추진 일정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보관대 1개로 시작해 단계적으로 확대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0"/>
          </a:xfrm>
          <a:prstGeom prst="line">
            <a:avLst/>
          </a:prstGeom>
          <a:noFill/>
          <a:ln w="38100">
            <a:solidFill>
              <a:srgbClr val="D9DE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E07A2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6974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DF1E7"/>
          </a:solidFill>
          <a:ln w="12700">
            <a:solidFill>
              <a:srgbClr val="FDF1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26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4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9260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 ]주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 운영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9319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보관대 1개, 자주 쓰는 부품 위주로 라벨 부착·사용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0" y="1920240"/>
            <a:ext cx="457200" cy="457200"/>
          </a:xfrm>
          <a:prstGeom prst="ellipse">
            <a:avLst/>
          </a:prstGeom>
          <a:solidFill>
            <a:srgbClr val="1B243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6974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0" y="2926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29260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 ]주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등록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39319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부품 기준 사진 촬영, 재고·최소수량 입력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1920240"/>
            <a:ext cx="457200" cy="457200"/>
          </a:xfrm>
          <a:prstGeom prst="ellipse">
            <a:avLst/>
          </a:prstGeom>
          <a:solidFill>
            <a:srgbClr val="1B243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6974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2926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29260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 ]주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적용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9319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보관대 라벨 부착, 작업자 교육 (한·태)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0" y="1920240"/>
            <a:ext cx="457200" cy="457200"/>
          </a:xfrm>
          <a:prstGeom prst="ellipse">
            <a:avLst/>
          </a:prstGeom>
          <a:solidFill>
            <a:srgbClr val="1B2433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26974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0" y="2926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424160" y="292608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추후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33375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확대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326880" y="393192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4A53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설비수리이력·부품 회수관리 시트와 연결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STC 공무팀 · 금형부품 QR 사진조회 시스템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0A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 요청 사항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세 가지를 승인해 주십시오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498080" cy="1005840"/>
          </a:xfrm>
          <a:prstGeom prst="roundRect">
            <a:avLst>
              <a:gd name="adj" fmla="val 9091"/>
            </a:avLst>
          </a:prstGeom>
          <a:solidFill>
            <a:srgbClr val="26324A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A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98424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 운영 승인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9572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2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보관대 1개로 1단계 시범 운영 시작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7498080" cy="1005840"/>
          </a:xfrm>
          <a:prstGeom prst="roundRect">
            <a:avLst>
              <a:gd name="adj" fmla="val 9091"/>
            </a:avLst>
          </a:prstGeom>
          <a:solidFill>
            <a:srgbClr val="26324A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06324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A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21868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 소모품 구매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63016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2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코팅 또는 PET 라벨지 [    ] THB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7498080" cy="1005840"/>
          </a:xfrm>
          <a:prstGeom prst="roundRect">
            <a:avLst>
              <a:gd name="adj" fmla="val 9091"/>
            </a:avLst>
          </a:prstGeom>
          <a:solidFill>
            <a:srgbClr val="26324A"/>
          </a:solidFill>
          <a:ln w="12700">
            <a:solidFill>
              <a:srgbClr val="2632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297680"/>
            <a:ext cx="640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0A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45312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지정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86460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2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부품 등록·기준 사진 촬영 담당 [  ]명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95360" y="1828800"/>
            <a:ext cx="3017520" cy="34747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2240280"/>
            <a:ext cx="1371600" cy="1371600"/>
          </a:xfrm>
          <a:prstGeom prst="ellipse">
            <a:avLst/>
          </a:prstGeom>
          <a:solidFill>
            <a:srgbClr val="E07A2E"/>
          </a:solidFill>
          <a:ln w="12700">
            <a:solidFill>
              <a:srgbClr val="E07A2E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74936" y="2596896"/>
            <a:ext cx="658368" cy="658368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8595360" y="3931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즉시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B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 운영 시작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STC 공무팀 · 금형부품 QR 사진조회 시스템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4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금형부품 보관함 QR 사진조회 시스템</dc:title>
  <dc:subject>PptxGenJS Presentation</dc:subject>
  <dc:creator>STC 공무팀</dc:creator>
  <cp:lastModifiedBy>STC 공무팀</cp:lastModifiedBy>
  <cp:revision>1</cp:revision>
  <dcterms:created xsi:type="dcterms:W3CDTF">2026-09-30T08:46:28Z</dcterms:created>
  <dcterms:modified xsi:type="dcterms:W3CDTF">2026-09-30T08:46:28Z</dcterms:modified>
</cp:coreProperties>
</file>